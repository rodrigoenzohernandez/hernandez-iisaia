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Turnos: una plataforma multi-tenant de turnos para centros de estetica, con cobro online. Backend NestJS + frontend Next.js, construido de punta a punta con Claude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es hoy: una plataforma multi-tenant donde el centro se registra solo, la clienta reserva contra la grilla real y la sena se cobra online; con un superadmin por encima. En las proximas slides, como se hizo.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ecosistema de Claude: harness con modo plan y subagentes, skills de diseno y revision, y el MCP de Playwright para QA visual. Cada uno con un rol concreto en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metodologia: primero se configura el harness, luego se planifica en fases con decisiones de diseno, y recien ahi se implementa. Para una feature nueva se repite el ciclo desde la planificacion; para un fix, iteracion directa.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plan: backend en ocho fases (MVP + siete de post-MVP), frontend por superficie. Cada cambio vivio en una rama feat/ o fix/ y se integro a main por pull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plataforma es multi-tenant: el slug del centro viaja en la URL, un solo build sirve a todos. La API aisla por tenant en tres capas y Mercado Pago cobra en la cuenta de cada centro.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infraestructura evoluciono de correr todo en local, a un docker-compose que orquesta base, API y frontend con un comando, y de ahi al deploy en Supabase, Render y Vercel.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producto nacio como la web de un centro de estetica y evoluciono a una plataforma donde cualquier centro se registra solo, cobra online con Mercado Pago y se administra desde un panel; con un superadmin por encima. Asi se llego a la solucion de la segunda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7680960" cy="2697480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143000"/>
            <a:ext cx="7406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32588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10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27432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 multi-tenant para que los centros de estética gestionen sus turnos online, con cobro integrado.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1234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9AA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TRABAJO PRÁCTICO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549640" y="16002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A8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NestJS 12 · Prisma 7 · Postgres 17
</a:t>
            </a:r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A8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Next.js 16 · React 19 · Tailwind 4
</a:t>
            </a:r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A8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Construido con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Claude Code (Opus)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" kern="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Matías Alfaro — Frontend      Rodrigo Hernández — Backend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9AA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pPr algn="l" indent="0" marL="0">
              <a:buNone/>
            </a:pPr>
            <a:r>
              <a:rPr lang="en-US" sz="900" spc="100" kern="0" dirty="0">
                <a:solidFill>
                  <a:srgbClr val="9AA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TP Final — Plataforma multi-tenant de turnos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A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A8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— LO QUE ES HOY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donde cualquier centro pone su agenda a tomar turnos solo.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670048" cy="502920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8346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93008"/>
            <a:ext cx="2578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dueño registra su centro desde la web y cae logueado en su panel, listo para cargar.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92424" y="2834640"/>
            <a:ext cx="2670048" cy="502920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9584" y="28346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28346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real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3493008"/>
            <a:ext cx="2578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clienta ve la grilla que existe y toma el turno contra la base, al instante.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2834640"/>
            <a:ext cx="2670048" cy="502920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73368" y="28346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28346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 online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3493008"/>
            <a:ext cx="2578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Mercado Pago conectado, la seña se cobra al reservar; los reembolsos salen solos.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79992" y="2834640"/>
            <a:ext cx="2670048" cy="502920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17152" y="28346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8" name="Text 16"/>
          <p:cNvSpPr txBox="1"/>
          <p:nvPr/>
        </p:nvSpPr>
        <p:spPr>
          <a:xfrm>
            <a:off x="9217152" y="28346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3493008"/>
            <a:ext cx="25786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superadmin monitorea todos los centros y los da de alta o de baja.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en producción: base en Supabase, API en Render y frontend en Vercel.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9AA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pPr algn="l" indent="0" marL="0">
              <a:buNone/>
            </a:pPr>
            <a:r>
              <a:rPr lang="en-US" sz="900" spc="100" kern="0" dirty="0">
                <a:solidFill>
                  <a:srgbClr val="9AA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TP Final — Plataforma multi-tenant de turnos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A0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spc="3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ECOSISTEMA: CONSTRUIDO CON CLAUDE CODE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un modelo: es un harness configurado con skills, servidores MCP, modo plan y subagentes especializados.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511296" cy="566928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33472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(Opus)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plan · Subagentes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(Explore, Plan, revisores)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828" y="1828800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8828" y="1828800"/>
            <a:ext cx="3511296" cy="566928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75988" y="1828800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7428" y="2633472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impeccable (sistema de diseño)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· code-review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· security-review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9016" y="1828800"/>
            <a:ext cx="3511296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9016" y="1828800"/>
            <a:ext cx="3511296" cy="566928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66176" y="1828800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2633472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— QA visual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capturas del frontend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viewport (390 / 1440)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1672" cy="1280160"/>
          </a:xfrm>
          <a:prstGeom prst="rect">
            <a:avLst/>
          </a:prstGeom>
          <a:solidFill>
            <a:srgbClr val="E9EC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USÓ EN EL PROYECTO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· verificación por script (558 casos) · /code-review (9 ángulos) · /security-review · /simplify
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impeccable para el sistema de diseño · Playwright para QA visual · subagentes revisor y documentador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pPr algn="l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TP Final — Plataforma multi-tenant de turnos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spc="3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METODOLOGÍA: PLANIFICAR EN FASES, ITERAR SEGÚN EL CAMBIO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063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647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8562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18488" y="24231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ecosistema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Claude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21608" y="2446020"/>
            <a:ext cx="740664" cy="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1600200"/>
            <a:ext cx="3063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7647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8562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641848" y="24231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fases (modo plan)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decisiones de diseño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44968" y="2446020"/>
            <a:ext cx="740664" cy="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1600200"/>
            <a:ext cx="3063240" cy="1691640"/>
          </a:xfrm>
          <a:prstGeom prst="rect">
            <a:avLst/>
          </a:prstGeom>
          <a:solidFill>
            <a:srgbClr val="DFE7C4"/>
          </a:solidFill>
          <a:ln w="12700">
            <a:solidFill>
              <a:srgbClr val="4659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176479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18562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665208" y="24231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Construir, verificar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revisar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126980" y="3291840"/>
            <a:ext cx="0" cy="566928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03620" y="3858768"/>
            <a:ext cx="4023360" cy="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3620" y="3858768"/>
            <a:ext cx="0" cy="-566928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195060" y="3904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NUEVA  →  vuelve a planificar una fase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1672" cy="685800"/>
          </a:xfrm>
          <a:prstGeom prst="rect">
            <a:avLst/>
          </a:prstGeom>
          <a:solidFill>
            <a:srgbClr val="16190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8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  </a:t>
            </a:r>
            <a:pPr algn="l" indent="0" marL="0">
              <a:buNone/>
            </a:pPr>
            <a:r>
              <a:rPr lang="en-US" sz="130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iteración directa — se corrige y se verifica sin volver a planificar. El ciclo completo es solo para features nuevas.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pPr algn="l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TP Final — Plataforma multi-tenant de turnos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spc="3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TRABAJO: DEL MVP A LA PLATAFORMA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8 FASES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5486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multi-tenancy, aislamiento por tenant, reservas y cupo.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Post-MVP: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Seguridad base (helmet, CORS, roles, throttling)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Clientas (reserva sin cuenta, login por código)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Notificaciones (cola de mails)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Librería de Mercado Pago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Cobros a clientas (Checkout Pro)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Planes y suscripción mensual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Plataforma (superadmin + alta de centros)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POR SUPERFICIE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536192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MVP: landing del centro + reserva en 3 pasos.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Post-MVP: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Panel: ingreso, agenda, tratamientos, horarios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Cobros y conexión con Mercado Pago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Cargar turno desde el panel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Landing pública de la plataforma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Refactor a multi-tenant (slug en la URL)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Cierre de diseño con impeccable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11091672" cy="1325880"/>
          </a:xfrm>
          <a:prstGeom prst="rect">
            <a:avLst/>
          </a:prstGeom>
          <a:solidFill>
            <a:srgbClr val="16190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029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A8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RAMAS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5458968"/>
            <a:ext cx="2194560" cy="475488"/>
          </a:xfrm>
          <a:prstGeom prst="rect">
            <a:avLst/>
          </a:prstGeom>
          <a:solidFill>
            <a:srgbClr val="DFE7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5458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feat/… · fix/…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63240" y="5696712"/>
            <a:ext cx="731520" cy="0"/>
          </a:xfrm>
          <a:prstGeom prst="line">
            <a:avLst/>
          </a:prstGeom>
          <a:noFill/>
          <a:ln w="25400">
            <a:solidFill>
              <a:srgbClr val="A8C63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5458968"/>
            <a:ext cx="1554480" cy="475488"/>
          </a:xfrm>
          <a:prstGeom prst="rect">
            <a:avLst/>
          </a:prstGeom>
          <a:solidFill>
            <a:srgbClr val="DFE7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23360" y="54589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5696712"/>
            <a:ext cx="731520" cy="0"/>
          </a:xfrm>
          <a:prstGeom prst="line">
            <a:avLst/>
          </a:prstGeom>
          <a:noFill/>
          <a:ln w="25400">
            <a:solidFill>
              <a:srgbClr val="A8C63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5458968"/>
            <a:ext cx="1371600" cy="475488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54589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54589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cambio en su rama feature o fix; se integra a main por PR (PRs #5–#8).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pPr algn="l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TP Final — Plataforma multi-tenant de turnos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spc="3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ARQUITECTURA: MULTI-TENANT POR SLUG EN LA URL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92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Dueña / admin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2468880"/>
            <a:ext cx="502920" cy="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4720" y="1783080"/>
            <a:ext cx="2468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un solo build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/[slug]/… sirve 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centros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468880"/>
            <a:ext cx="502920" cy="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0" y="1783080"/>
            <a:ext cx="2743200" cy="1371600"/>
          </a:xfrm>
          <a:prstGeom prst="rect">
            <a:avLst/>
          </a:prstGeom>
          <a:solidFill>
            <a:srgbClr val="DFE7C4"/>
          </a:solidFill>
          <a:ln w="12700">
            <a:solidFill>
              <a:srgbClr val="4659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892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NestJS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/tenants/{slug}/…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por rol +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aislamiento por tenant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18320" y="2468880"/>
            <a:ext cx="502920" cy="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966960" y="1783080"/>
            <a:ext cx="1673352" cy="1371600"/>
          </a:xfrm>
          <a:prstGeom prst="rect">
            <a:avLst/>
          </a:prstGeom>
          <a:solidFill>
            <a:srgbClr val="1619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66960" y="1892808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C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2286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tablas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con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3154680"/>
            <a:ext cx="0" cy="45720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0" y="3611880"/>
            <a:ext cx="2743200" cy="502920"/>
          </a:xfrm>
          <a:prstGeom prst="rect">
            <a:avLst/>
          </a:prstGeom>
          <a:solidFill>
            <a:srgbClr val="E9ECE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Pago · Checkout Pro + suscripción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21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TIPOS DE TOKEN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959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Administradora (8 h) · Clienta (30 días) · Plataforma (8 h). Uno de otro centro o rol → re-login.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949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5394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53949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5394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ERROR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53949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53949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TOKEN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pPr algn="l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TP Final — Plataforma multi-tenant de turnos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spc="3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INFRAESTRUCTURA: DE LOCAL A LA NUBE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920240"/>
            <a:ext cx="3383280" cy="566928"/>
          </a:xfrm>
          <a:prstGeom prst="rect">
            <a:avLst/>
          </a:prstGeom>
          <a:solidFill>
            <a:srgbClr val="E9EC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en la máquina +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en Docker.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parte a mano.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31546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9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023360" y="2971800"/>
            <a:ext cx="502920" cy="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17720" y="1920240"/>
            <a:ext cx="33832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20240"/>
            <a:ext cx="3383280" cy="566928"/>
          </a:xfrm>
          <a:prstGeom prst="rect">
            <a:avLst/>
          </a:prstGeom>
          <a:solidFill>
            <a:srgbClr val="E9EC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920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697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comando orquesta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+ API + frontend.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y seed solos.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31546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E9E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8092440" y="2971800"/>
            <a:ext cx="502920" cy="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0" y="1920240"/>
            <a:ext cx="3383280" cy="2103120"/>
          </a:xfrm>
          <a:prstGeom prst="rect">
            <a:avLst/>
          </a:prstGeom>
          <a:solidFill>
            <a:srgbClr val="DFE7C4"/>
          </a:solidFill>
          <a:ln w="12700">
            <a:solidFill>
              <a:srgbClr val="4659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1920240"/>
            <a:ext cx="3383280" cy="566928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23960" y="1920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697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(base) +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(API) +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(frontend).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315468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91672" cy="1097280"/>
          </a:xfrm>
          <a:prstGeom prst="rect">
            <a:avLst/>
          </a:prstGeom>
          <a:solidFill>
            <a:srgbClr val="E9EC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193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465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SALTO A PRODUCCIÓN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4681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lo dan Render y Vercel; la base por el Session Pooler de Supabase; las migraciones corren en el build y las variables se inyectan en cada dashboard, no por .env.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pPr algn="l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TP Final — Plataforma multi-tenant de turnos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spc="3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EVOLUCIÓN: DEL CENTRO ÚNICO A LA PLATAFORMA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892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4892040" cy="566928"/>
          </a:xfrm>
          <a:prstGeom prst="rect">
            <a:avLst/>
          </a:prstGeom>
          <a:solidFill>
            <a:srgbClr val="E9EC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web para un centro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Una landing de estética (marca horneada)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Reserva sin cuenta, en 3 pasos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Un solo centro por despliegue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Seña a coordinar; sin cobro real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3429000"/>
            <a:ext cx="914400" cy="0"/>
          </a:xfrm>
          <a:prstGeom prst="line">
            <a:avLst/>
          </a:prstGeom>
          <a:noFill/>
          <a:ln w="25400">
            <a:solidFill>
              <a:srgbClr val="4659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20840" y="1828800"/>
            <a:ext cx="4892040" cy="3200400"/>
          </a:xfrm>
          <a:prstGeom prst="rect">
            <a:avLst/>
          </a:prstGeom>
          <a:solidFill>
            <a:srgbClr val="DFE7C4"/>
          </a:solidFill>
          <a:ln w="12700">
            <a:solidFill>
              <a:srgbClr val="4659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1828800"/>
            <a:ext cx="4892040" cy="566928"/>
          </a:xfrm>
          <a:prstGeom prst="rect">
            <a:avLst/>
          </a:prstGeom>
          <a:solidFill>
            <a:srgbClr val="A8C6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18288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5603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multi-tenant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10896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Muchos centros, cada uno con su marca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El dueño registra su centro solo (self-service)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Cobro online real con Mercado Pago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61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Planes con suscripción + panel de superadmin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1619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6F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honestidad —“la grilla no miente”— ahora escala a cualquier centro que quiera gestionar sus turnos.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TURNOS</a:t>
            </a:r>
            <a:pPr algn="l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TP Final — Plataforma multi-tenant de turnos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7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Turnos - Plataforma multi-tenant de turnos</dc:title>
  <dc:subject>PptxGenJS Presentation</dc:subject>
  <dc:creator>Matias Alfaro; Rodrigo Hernandez</dc:creator>
  <cp:lastModifiedBy>Matias Alfaro; Rodrigo Hernandez</cp:lastModifiedBy>
  <cp:revision>1</cp:revision>
  <dcterms:created xsi:type="dcterms:W3CDTF">2026-10-14T02:13:20Z</dcterms:created>
  <dcterms:modified xsi:type="dcterms:W3CDTF">2026-10-14T02:13:20Z</dcterms:modified>
</cp:coreProperties>
</file>